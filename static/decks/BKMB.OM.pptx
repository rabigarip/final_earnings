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Bank Muscat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BKMB.OM  ·  Financials  ·  Banks  ·  MSX (Oman)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3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OMR 0.47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+14.7%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 0.41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 3.1B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(FY26E)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12.4x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4.83%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OMR 0.37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OMR 0.46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19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OMR 0.41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Consensus Buy from 3 analysts covering.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P/E 12.4x — anchor for re-rate / de-rate debate.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4.83% supports income mandate fit.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Target OMR 0.47 (+14.7% vs last close).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Rating mix 2/1/0 (buy/hold/sell) — view dispersion.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MarketScreener, World Bank / IMF, iShares  |  Generated 17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Bank Muscat sits in the Financials sector (Banks). Street consensus is Buy (3 analysts covering); consensus target 0.47. The shares trade at a P/E around 11.3x trailing earnings. Macro context: local-economy GDP growth recently at 1.6%.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OMR units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Q2 2026E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QOQ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096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Operating Income (OMR)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Net Income (OMR)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6451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(OMR)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91947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Estimates: Jabal Research  ·  Consensus: MarketScreener (3 analysts)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0.0% last quarter; 0 of last 4 quarters above estimates</a:t>
            </a:r>
          </a:p>
        </p:txBody>
      </p:sp>
      <p:sp>
        <p:nvSpPr>
          <p:cNvPr id="44" name="Oval 43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46" name="Oval 45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51" name="Oval 50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53" name="Oval 52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55" name="Oval 54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MarketScreener, World Bank / IMF, iShares  |  Generated 17 May 2026  |  Analyst: Jabal Research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OMR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64022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868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308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1110277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87917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79357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10.7x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1693550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71190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2630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12.4x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1487689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65329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6769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11.8x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31613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93778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85218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11.3x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7x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10x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79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12x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47472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14x</a:t>
            </a:r>
          </a:p>
        </p:txBody>
      </p:sp>
      <p:sp>
        <p:nvSpPr>
          <p:cNvPr id="37" name="Diamond 36"/>
          <p:cNvSpPr/>
          <p:nvPr/>
        </p:nvSpPr>
        <p:spPr>
          <a:xfrm>
            <a:off x="5266346" y="341985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30938" y="340156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(11.3x)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GCC BANK PEERS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1208" y="8220456"/>
            <a:ext cx="1113535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634744" y="8220456"/>
            <a:ext cx="556767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66%   Hold 33%   Sell 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3 analysts covering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OMR 0.47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OMR 0.390 — 0.520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+14.7% vs last close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6488" y="8275320"/>
            <a:ext cx="1706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No broker actions in feed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MarketScreener, World Bank / IMF, iShares  |  Generated 17 May 2026  |  Analyst: Jabal Research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