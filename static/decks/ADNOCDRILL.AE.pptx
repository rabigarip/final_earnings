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ADNOC Drilling Company P.J.S.C.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ADNOCDRILL.AE  ·  Energy  ·  Oil &amp; Gas Drilling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USD 6.47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+286.5%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USD 1.67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USD 26.8B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14.7x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4.61%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USD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USD 1.51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USD 1.84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USD 1.67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ADNOC Drilling Company P.J.S.C. sits in the Energy sector (Oil &amp; Gas Drilling). Street consensus is buy (16 analysts covering); consensus target 6.47. The shares trade at a P/E around 14.7x trailing earnings. The macro and commodity backdrop is anchored by brent at 68  (-20.9% YoY). Macro context: local-economy GDP growth recently at 4.0%.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1.2B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4.61%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Jul 30, 2026 (period 06/2026)  ·  Consensus: Investing  ·  16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13.2% last quarter; 3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80815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85795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7235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24.4x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63514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2783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4223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16.2x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57792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55563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7003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15.8x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87832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55968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7408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17.9x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60653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84173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5613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16.0x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89263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70273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1713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18.0x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67805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55698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7138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16.5x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42056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98207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647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14.7x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17x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23x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28x</a:t>
            </a:r>
          </a:p>
        </p:txBody>
      </p:sp>
      <p:sp>
        <p:nvSpPr>
          <p:cNvPr id="49" name="Diamond 48"/>
          <p:cNvSpPr/>
          <p:nvPr/>
        </p:nvSpPr>
        <p:spPr>
          <a:xfrm>
            <a:off x="4370775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35367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(14.7x)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UAE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$272M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+21.6%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+12.6%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6590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87117" y="8220456"/>
            <a:ext cx="10439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6%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16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USD 6.47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USD 6 — 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+286.5%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BofA Upbeat on Adnoc Drilling Amid Potential Oil Production Boost in UAE; Price Objective Nudged Higher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Feb. 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FAB Securities Affirms Adnoc Drilling's Buy Rating on Solid Q4 2025 Performance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25-04-14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Adnoc Drilling to Dodge 'Significant' Impact of Macro Challenges, HSBC Says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