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05-15</c:v>
                </c:pt>
                <c:pt idx="1">
                  <c:v>05-22</c:v>
                </c:pt>
                <c:pt idx="2">
                  <c:v>05-29</c:v>
                </c:pt>
                <c:pt idx="3">
                  <c:v>06-05</c:v>
                </c:pt>
                <c:pt idx="4">
                  <c:v>06-12</c:v>
                </c:pt>
                <c:pt idx="5">
                  <c:v>06-19</c:v>
                </c:pt>
                <c:pt idx="6">
                  <c:v>06-26</c:v>
                </c:pt>
                <c:pt idx="7">
                  <c:v>07-04</c:v>
                </c:pt>
                <c:pt idx="8">
                  <c:v>07-11</c:v>
                </c:pt>
                <c:pt idx="9">
                  <c:v>07-18</c:v>
                </c:pt>
                <c:pt idx="10">
                  <c:v>07-25</c:v>
                </c:pt>
                <c:pt idx="11">
                  <c:v>08-01</c:v>
                </c:pt>
                <c:pt idx="12">
                  <c:v>08-08</c:v>
                </c:pt>
                <c:pt idx="13">
                  <c:v>08-15</c:v>
                </c:pt>
                <c:pt idx="14">
                  <c:v>08-22</c:v>
                </c:pt>
                <c:pt idx="15">
                  <c:v>08-29</c:v>
                </c:pt>
                <c:pt idx="16">
                  <c:v>09-05</c:v>
                </c:pt>
                <c:pt idx="17">
                  <c:v>09-12</c:v>
                </c:pt>
                <c:pt idx="18">
                  <c:v>09-19</c:v>
                </c:pt>
                <c:pt idx="19">
                  <c:v>09-26</c:v>
                </c:pt>
                <c:pt idx="20">
                  <c:v>10-06</c:v>
                </c:pt>
                <c:pt idx="21">
                  <c:v>10-14</c:v>
                </c:pt>
                <c:pt idx="22">
                  <c:v>10-21</c:v>
                </c:pt>
                <c:pt idx="23">
                  <c:v>10-28</c:v>
                </c:pt>
                <c:pt idx="24">
                  <c:v>11-05</c:v>
                </c:pt>
                <c:pt idx="25">
                  <c:v>11-12</c:v>
                </c:pt>
                <c:pt idx="26">
                  <c:v>11-19</c:v>
                </c:pt>
                <c:pt idx="27">
                  <c:v>11-26</c:v>
                </c:pt>
                <c:pt idx="28">
                  <c:v>12-03</c:v>
                </c:pt>
                <c:pt idx="29">
                  <c:v>12-10</c:v>
                </c:pt>
                <c:pt idx="30">
                  <c:v>12-17</c:v>
                </c:pt>
                <c:pt idx="31">
                  <c:v>12-24</c:v>
                </c:pt>
                <c:pt idx="32">
                  <c:v>01-05</c:v>
                </c:pt>
                <c:pt idx="33">
                  <c:v>01-12</c:v>
                </c:pt>
                <c:pt idx="34">
                  <c:v>01-19</c:v>
                </c:pt>
                <c:pt idx="35">
                  <c:v>01-26</c:v>
                </c:pt>
                <c:pt idx="36">
                  <c:v>02-02</c:v>
                </c:pt>
                <c:pt idx="37">
                  <c:v>02-09</c:v>
                </c:pt>
                <c:pt idx="38">
                  <c:v>02-16</c:v>
                </c:pt>
                <c:pt idx="39">
                  <c:v>02-26</c:v>
                </c:pt>
                <c:pt idx="40">
                  <c:v>03-05</c:v>
                </c:pt>
                <c:pt idx="41">
                  <c:v>03-12</c:v>
                </c:pt>
                <c:pt idx="42">
                  <c:v>03-19</c:v>
                </c:pt>
                <c:pt idx="43">
                  <c:v>03-26</c:v>
                </c:pt>
                <c:pt idx="44">
                  <c:v>04-02</c:v>
                </c:pt>
                <c:pt idx="45">
                  <c:v>04-14</c:v>
                </c:pt>
                <c:pt idx="46">
                  <c:v>04-21</c:v>
                </c:pt>
                <c:pt idx="47">
                  <c:v>04-28</c:v>
                </c:pt>
                <c:pt idx="48">
                  <c:v>05-06</c:v>
                </c:pt>
                <c:pt idx="49">
                  <c:v>05-13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520.0</c:v>
                </c:pt>
                <c:pt idx="1">
                  <c:v>516.5</c:v>
                </c:pt>
                <c:pt idx="2">
                  <c:v>510.5</c:v>
                </c:pt>
                <c:pt idx="3">
                  <c:v>515.0</c:v>
                </c:pt>
                <c:pt idx="4">
                  <c:v>510.0</c:v>
                </c:pt>
                <c:pt idx="5">
                  <c:v>498.0</c:v>
                </c:pt>
                <c:pt idx="6">
                  <c:v>513.0</c:v>
                </c:pt>
                <c:pt idx="7">
                  <c:v>496.79998779296875</c:v>
                </c:pt>
                <c:pt idx="8">
                  <c:v>496.6000061035156</c:v>
                </c:pt>
                <c:pt idx="9">
                  <c:v>519.0</c:v>
                </c:pt>
                <c:pt idx="10">
                  <c:v>550.5</c:v>
                </c:pt>
                <c:pt idx="11">
                  <c:v>535.0</c:v>
                </c:pt>
                <c:pt idx="12">
                  <c:v>561.0</c:v>
                </c:pt>
                <c:pt idx="13">
                  <c:v>592.0</c:v>
                </c:pt>
                <c:pt idx="14">
                  <c:v>600.0</c:v>
                </c:pt>
                <c:pt idx="15">
                  <c:v>596.5</c:v>
                </c:pt>
                <c:pt idx="16">
                  <c:v>605.5</c:v>
                </c:pt>
                <c:pt idx="17">
                  <c:v>643.5</c:v>
                </c:pt>
                <c:pt idx="18">
                  <c:v>642.5</c:v>
                </c:pt>
                <c:pt idx="19">
                  <c:v>644.0</c:v>
                </c:pt>
                <c:pt idx="20">
                  <c:v>677.5</c:v>
                </c:pt>
                <c:pt idx="21">
                  <c:v>621.0</c:v>
                </c:pt>
                <c:pt idx="22">
                  <c:v>630.5</c:v>
                </c:pt>
                <c:pt idx="23">
                  <c:v>645.0</c:v>
                </c:pt>
                <c:pt idx="24">
                  <c:v>629.0</c:v>
                </c:pt>
                <c:pt idx="25">
                  <c:v>657.0</c:v>
                </c:pt>
                <c:pt idx="26">
                  <c:v>622.5</c:v>
                </c:pt>
                <c:pt idx="27">
                  <c:v>619.5</c:v>
                </c:pt>
                <c:pt idx="28">
                  <c:v>611.0</c:v>
                </c:pt>
                <c:pt idx="29">
                  <c:v>603.0</c:v>
                </c:pt>
                <c:pt idx="30">
                  <c:v>605.0</c:v>
                </c:pt>
                <c:pt idx="31">
                  <c:v>602.5</c:v>
                </c:pt>
                <c:pt idx="32">
                  <c:v>624.5</c:v>
                </c:pt>
                <c:pt idx="33">
                  <c:v>623.0</c:v>
                </c:pt>
                <c:pt idx="34">
                  <c:v>610.0</c:v>
                </c:pt>
                <c:pt idx="35">
                  <c:v>599.5</c:v>
                </c:pt>
                <c:pt idx="36">
                  <c:v>598.5</c:v>
                </c:pt>
                <c:pt idx="37">
                  <c:v>560.0</c:v>
                </c:pt>
                <c:pt idx="38">
                  <c:v>534.5</c:v>
                </c:pt>
                <c:pt idx="39">
                  <c:v>512.0</c:v>
                </c:pt>
                <c:pt idx="40">
                  <c:v>502.0</c:v>
                </c:pt>
                <c:pt idx="41">
                  <c:v>546.5</c:v>
                </c:pt>
                <c:pt idx="42">
                  <c:v>513.0</c:v>
                </c:pt>
                <c:pt idx="43">
                  <c:v>495.6000061035156</c:v>
                </c:pt>
                <c:pt idx="44">
                  <c:v>489.20001220703125</c:v>
                </c:pt>
                <c:pt idx="45">
                  <c:v>493.20001220703125</c:v>
                </c:pt>
                <c:pt idx="46">
                  <c:v>519.0</c:v>
                </c:pt>
                <c:pt idx="47">
                  <c:v>473.79998779296875</c:v>
                </c:pt>
                <c:pt idx="48">
                  <c:v>463.0</c:v>
                </c:pt>
                <c:pt idx="49">
                  <c:v>462.6000061035156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TENCENT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0700.HK  ·  Communication Services  ·  Internet Content &amp; Information  ·  HKEX (Hong Kong)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STRONG 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HKD 708.68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+55.3%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HKD 456.40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HKD 4.12T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(FY26E)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15.1x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1.17%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HKD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-3.2%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-8.5%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-16.6%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-29.1%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-26.7%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HKD 456.40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HKD 677.50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18288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1197864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HKD 456.40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Strong Buy from 46 analysts covering.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P/E 15.1x — anchor for re-rate / de-rate debate.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1.17% supports income mandate fit.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Target HKD 708.68 (+55.3% vs last close).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Crowded long — 43/46 buy ratings raise the expectations bar.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TENCENT sits in the Communication Services sector (Internet Content &amp; Information). Street consensus is Strong Buy (46 analysts covering); consensus target 708.68.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HKD billions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Q2 2026E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96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(HKDB)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+10.4%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204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(HKDB)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451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Net Income (HKDB)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(HKD)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+23.7%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519379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7.42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Margin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54681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Estimates: Jabal Research  ·  Consensus: Investing (46 analysts)  ·  Bps = basis 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0.0% last quarter; 2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HKD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33241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10051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1491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14x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16x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17x</a:t>
            </a:r>
          </a:p>
        </p:txBody>
      </p:sp>
      <p:sp>
        <p:nvSpPr>
          <p:cNvPr id="21" name="Diamond 20"/>
          <p:cNvSpPr/>
          <p:nvPr/>
        </p:nvSpPr>
        <p:spPr>
          <a:xfrm>
            <a:off x="5282619" y="2322575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7211" y="2304287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(15.1x)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CHINA/HK INTERNET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" y="8220456"/>
            <a:ext cx="1561371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82579" y="8220456"/>
            <a:ext cx="72621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55201" y="8220456"/>
            <a:ext cx="36310" cy="146304"/>
          </a:xfrm>
          <a:prstGeom prst="rect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4%   Sell 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46 analysts covering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HKD 708.68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HKD 418 — 878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+55.3% vs last close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13 May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Tencent's Valuation Repair Path Hinges on AI Development -- Market Talk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08 May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Zephirin Adjusts Tencent Holdings' Price Target to HK$420 from HK$480, Keeps at Strong Sell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02 Apr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SBG Securities Downgrades Tencent Holdings to Hold From Buy; Price Target is HK$650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